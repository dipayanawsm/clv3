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A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</a:t>
            </a:r>
          </a:p>
        </p:txBody>
      </p:sp>
      <p:sp>
        <p:nvSpPr>
          <p:cNvPr id="153" name="B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</a:t>
            </a:r>
          </a:p>
          <a:p>
            <a:pPr/>
            <a:r>
              <a:t>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</a:t>
            </a:r>
          </a:p>
        </p:txBody>
      </p:sp>
      <p:sp>
        <p:nvSpPr>
          <p:cNvPr id="15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E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